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DC32"/>
                </a:solidFill>
              </a:defRPr>
            </a:pPr>
            <a:r>
              <a:t>学 校 大 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School Battle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474720"/>
            <a:ext cx="5790895" cy="2743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A0"/>
                </a:solidFill>
              </a:defRPr>
            </a:pPr>
            <a:r>
              <a:t>根据 Scratch 游戏「学校大战.sb3」用 Python 完整还原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2C8DC"/>
                </a:solidFill>
              </a:defRPr>
            </a:pPr>
            <a:r>
              <a:t>Pygame 引擎  |  像素角色  |  楼层闯关  |  怪物战斗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</a:defRPr>
            </a:pPr>
            <a:r>
              <a:t>技术栈: Python3 + Pygame  |  画布: 480×360 (2x放大)  |  60 FPS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游戏概览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743200" cy="2743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C32"/>
                </a:solidFill>
              </a:defRPr>
            </a:pPr>
            <a:r>
              <a:t>核心玩法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FPS 射击: 消耗子弹击杀怪物, 自动瞄准最近敌人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楼层闯关: 逐层提升难度, 击杀目标数递增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技能系统: 按Q释放范围爆炸, 升级增强威力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道具收集: 回血道具(爱心/药瓶) + 护盾道具(无敌)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像素角色: 精细手绘的角色与怪物动画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场景氛围: 从明亮教室到废弃恐怖教室的转变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280160"/>
            <a:ext cx="5029200" cy="68580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353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0A0"/>
                </a:solidFill>
              </a:defRPr>
            </a:pPr>
            <a:r>
              <a:t>原始游戏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2763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Scratch sb3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057400"/>
            <a:ext cx="5029200" cy="68580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1305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0A0"/>
                </a:solidFill>
              </a:defRPr>
            </a:pPr>
            <a:r>
              <a:t>还原语言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04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Python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834639"/>
            <a:ext cx="5029200" cy="68580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90779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0A0"/>
                </a:solidFill>
              </a:defRPr>
            </a:pPr>
            <a:r>
              <a:t>游戏引擎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18211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Pygame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611879"/>
            <a:ext cx="5029200" cy="68580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68503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0A0"/>
                </a:solidFill>
              </a:defRPr>
            </a:pPr>
            <a:r>
              <a:t>原始分辨率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959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480 × 360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389120"/>
            <a:ext cx="5029200" cy="68580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462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0A0"/>
                </a:solidFill>
              </a:defRPr>
            </a:pPr>
            <a:r>
              <a:t>显示分辨率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736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960 × 720 (2x)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5166360"/>
            <a:ext cx="5029200" cy="68580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5239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0A0"/>
                </a:solidFill>
              </a:defRPr>
            </a:pPr>
            <a:r>
              <a:t>帧率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513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60 FPS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操控方式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743200" cy="2743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192337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AF50"/>
                </a:solidFill>
              </a:defRPr>
            </a:pPr>
            <a:r>
              <a:t>移动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4572000" cy="18288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W / ↑ : 向上移动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 / ↓ : 向下移动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A / ← : 向左移动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D / → : 向右移动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支持 8 方向移动, 速度归一化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486400" cy="2286000"/>
          </a:xfrm>
          <a:prstGeom prst="roundRect">
            <a:avLst/>
          </a:prstGeom>
          <a:solidFill>
            <a:srgbClr val="192337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</a:defRPr>
            </a:pPr>
            <a:r>
              <a:t>攻击与技能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920240"/>
            <a:ext cx="4572000" cy="1828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空格 : 射击 (消耗1发子弹)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 : 发动范围技能 (有冷却)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自动瞄准最近敌人方向射击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子弹速度: 6 px/frame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256032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C32"/>
                </a:solidFill>
              </a:defRPr>
            </a:pPr>
            <a:r>
              <a:t>系统按键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Enter : 开始游戏 / 进入下一层 / 重新开始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P : 暂停 / 继续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Esc : 退出游戏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射速: 0.3秒间隔, 每层通关后提升10%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技能冷却: 5秒 - 等级×0.5秒 (最高5级)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楼层闯关系统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743200" cy="2743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C32"/>
                </a:solidFill>
              </a:defRPr>
            </a:pPr>
            <a:r>
              <a:t>难度递增机制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击杀目标: 8 + 楼层 × 3 (第1层8只, 第2层11只...)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怪物血量: 20 + 楼层 × 6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怪物速度: 0.6 + 楼层 × 0.08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同屏怪物上限: 3 + 楼层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生成间隔: max(0.5, 2.0 - 楼层 × 0.15) 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C32"/>
                </a:solidFill>
              </a:defRPr>
            </a:pPr>
            <a:r>
              <a:t>每层通关奖励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846320" cy="7772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生命上限 +15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011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最大HP永久提升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560320"/>
            <a:ext cx="4846320" cy="7772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606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</a:defRPr>
            </a:pPr>
            <a:r>
              <a:t>HP回复 +40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92607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回复部分生命值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474720"/>
            <a:ext cx="4846320" cy="7772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35204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</a:defRPr>
            </a:pPr>
            <a:r>
              <a:t>子弹 +40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8404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弹药补给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389120"/>
            <a:ext cx="4846320" cy="7772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2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C8DC"/>
                </a:solidFill>
              </a:defRPr>
            </a:pPr>
            <a:r>
              <a:t>射速提升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754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间隔 ×0.9 (更快)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303520"/>
            <a:ext cx="4846320" cy="7772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</a:defRPr>
            </a:pPr>
            <a:r>
              <a:t>技能等级 +1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669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最高5级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C32"/>
                </a:solidFill>
              </a:defRPr>
            </a:pPr>
            <a:r>
              <a:t>前5层难度预览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120640"/>
            <a:ext cx="2103120" cy="13716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50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12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0B450"/>
                </a:solidFill>
              </a:defRPr>
            </a:pPr>
            <a:r>
              <a:t>第1层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5778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8只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26HP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350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0.68速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5120640"/>
            <a:ext cx="2103120" cy="13716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78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5212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8B450"/>
                </a:solidFill>
              </a:defRPr>
            </a:pPr>
            <a:r>
              <a:t>第2层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5778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11只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806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32HP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60350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0.76速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5120640"/>
            <a:ext cx="2103120" cy="13716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5212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C32"/>
                </a:solidFill>
              </a:defRPr>
            </a:pPr>
            <a:r>
              <a:t>第3层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5778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14只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806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38HP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60350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0.84速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5120640"/>
            <a:ext cx="2103120" cy="13716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5212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第4层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5778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17只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806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44HP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60350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0.92速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5120640"/>
            <a:ext cx="2103120" cy="13716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5212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74C3C"/>
                </a:solidFill>
              </a:defRPr>
            </a:pPr>
            <a:r>
              <a:t>第5层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55778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20只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5806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50HP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60350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1.00速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角色与怪物设计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743200" cy="2743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192337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98DB"/>
                </a:solidFill>
              </a:defRPr>
            </a:pPr>
            <a:r>
              <a:t>玩家角色 (ruirui)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4572000" cy="18288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蓝色T恤 + 肤色皮肤的男孩角色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行走动画: 手臂和脚部随移动摆动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初始HP: 100  |  移动速度: 130 px/s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子弹伤害: 10  |  射速: 0.3秒/发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朝向系统: 眼睛跟随移动方向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腮红 + 嘴巴细节, 可爱像素风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红色运动鞋, 胸口有白色图案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绘图层级 (从下到上):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阴影 → 裤子 → T恤 → 胸口图案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手臂 → 手 → 头 → 耳朵 → 头发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眼睛 → 腮红 → 嘴巴 → 鞋子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486400" cy="5303520"/>
          </a:xfrm>
          <a:prstGeom prst="roundRect">
            <a:avLst/>
          </a:prstGeom>
          <a:solidFill>
            <a:srgbClr val="192337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74C3C"/>
                </a:solidFill>
              </a:defRPr>
            </a:pPr>
            <a:r>
              <a:t>怪物设计 (3种变体)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920240"/>
            <a:ext cx="4572000" cy="1828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2103120"/>
            <a:ext cx="4937760" cy="594360"/>
          </a:xfrm>
          <a:prstGeom prst="roundRect">
            <a:avLst/>
          </a:prstGeom>
          <a:solidFill>
            <a:srgbClr val="232337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1488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</a:defRPr>
            </a:pPr>
            <a:r>
              <a:t>变体1 - 紫色恶魔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39572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身体: 紫色  |  肚皮: 金黄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834639"/>
            <a:ext cx="4937760" cy="594360"/>
          </a:xfrm>
          <a:prstGeom prst="roundRect">
            <a:avLst/>
          </a:prstGeom>
          <a:solidFill>
            <a:srgbClr val="232337"/>
          </a:solidFill>
          <a:ln w="12700">
            <a:solidFill>
              <a:srgbClr val="5B3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8803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371E"/>
                </a:solidFill>
              </a:defRPr>
            </a:pPr>
            <a:r>
              <a:t>变体2 - 棕色恶魔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12724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身体: 棕色  |  肚皮: 暗金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566160"/>
            <a:ext cx="4937760" cy="594360"/>
          </a:xfrm>
          <a:prstGeom prst="roundRect">
            <a:avLst/>
          </a:prstGeom>
          <a:solidFill>
            <a:srgbClr val="232337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6118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</a:defRPr>
            </a:pPr>
            <a:r>
              <a:t>变体3 - 蓝色恶魔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8587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身体: 蓝色  |  肚皮: 橙黄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805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共有特征: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尖角 (黄色) + 头顶小刺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怒眉 + 红色眼睛 (黄色瞳孔)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尖牙嘴 (上下两排白色牙齿)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左手持刺刀武器, 右手握拳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弹跳式行走动画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接近玩家造成持续伤害 (18/s)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从屏幕四边随机生成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  自动追踪最近玩家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技能与道具系统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743200" cy="2743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192337"/>
          </a:solidFill>
          <a:ln w="25400">
            <a:solidFill>
              <a:srgbClr val="32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2C8DC"/>
                </a:solidFill>
              </a:defRPr>
            </a:pPr>
            <a:r>
              <a:t>范围技能 (按Q)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4572000" cy="18288"/>
          </a:xfrm>
          <a:prstGeom prst="round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释放以玩家为中心的范围爆炸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爆炸半径: 50 + 等级 × 25 (75~175)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伤害: 30 + 等级 × 20 (50~130)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冷却时间: 5 - min(3, 等级×0.5) 秒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最多5级, 每层通关提升1级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蓝色粒子扩散特效 (36粒子)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透明渐变光环视觉效果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486400" cy="2743200"/>
          </a:xfrm>
          <a:prstGeom prst="roundRect">
            <a:avLst/>
          </a:prstGeom>
          <a:solidFill>
            <a:srgbClr val="192337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CAF50"/>
                </a:solidFill>
              </a:defRPr>
            </a:pPr>
            <a:r>
              <a:t>道具系统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920240"/>
            <a:ext cx="4572000" cy="18288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回血道具 (爱心/药瓶两种外观):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回复: 15/20/25/30/40 随机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刷新间隔: 7~13秒, 最多2个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持续15秒, 最后3秒闪烁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护盾道具 (蓝色盾牌):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效果: 无敌4~7秒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刷新间隔: 12~18秒, 最多1个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敌人碰触被反弹, 不扣血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C32"/>
                </a:solidFill>
              </a:defRPr>
            </a:pPr>
            <a:r>
              <a:t>怪物掉落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击杀怪物 30% 概率掉落子弹 (3~8发)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击杀怪物 15% 概率回复 15 HP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得分: 楼层 × 10 分/只怪物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怪物死亡时产生14个粒子爆炸特效 (红/紫/黄/橙)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回血道具拾取时产生12个粒子飘字特效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护盾拾取时产生24个蓝色粒子光环特效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场景设计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743200" cy="2743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192337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CAF50"/>
                </a:solidFill>
              </a:defRPr>
            </a:pPr>
            <a:r>
              <a:t>普通教室 (开始界面)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4572000" cy="18288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墙壁: 奶白色 (245, 240, 230)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地板: 木质棕色, 带横纹线条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黑板: 绿色黑板 + 木质边框 + 粉笔槽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窗户: 蓝色玻璃, 十字格栅 (左右各一)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课桌: 4套完整桌椅, 整齐排列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讲台: 木质讲台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时钟: 白色圆形, 显示时间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整体氛围: 明亮、整洁、正常上课的教室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用于游戏开始界面, 展示标题和操作提示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486400" cy="5303520"/>
          </a:xfrm>
          <a:prstGeom prst="roundRect">
            <a:avLst/>
          </a:prstGeom>
          <a:solidFill>
            <a:srgbClr val="192337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74C3C"/>
                </a:solidFill>
              </a:defRPr>
            </a:pPr>
            <a:r>
              <a:t>废弃教室 (战斗场景)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920240"/>
            <a:ext cx="4572000" cy="1828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天花板: 灰暗色 + 水渍污迹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墙壁: 发黄发霉, 墙皮大面积剥落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地板: 破损木质, 带洞和裂缝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蜘蛛网: 3处蜘蛛网 (左上/右上/左下)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黑板: 破旧黑板, 表面有裂痕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窗户: 破碎玻璃, 多处不规则破洞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门: 歪斜的木门 (-3度旋转)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课桌: 4套杂乱倾斜, 部分损坏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讲台: 破损讲台, 有洞和裂缝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整体氛围: 恐怖、荒废、充满怪物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用作实际战斗场景的背景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技术架构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743200" cy="2743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C32"/>
                </a:solidFill>
              </a:defRPr>
            </a:pPr>
            <a:r>
              <a:t>核心类设计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5486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733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8DB"/>
                </a:solidFill>
              </a:defRPr>
            </a:pPr>
            <a:r>
              <a:t>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733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游戏主控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状态机、场景渲染、碰撞处理、HUD、道具生成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67712"/>
            <a:ext cx="11247120" cy="5486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951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</a:defRPr>
            </a:pPr>
            <a:r>
              <a:t>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951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玩家角色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移动、碰撞边界、像素角色绘制(头/身/四肢)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89504"/>
            <a:ext cx="11247120" cy="5486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169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Bullet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169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子弹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63824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飞行、自动瞄准、尾迹特效、命中判定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11296"/>
            <a:ext cx="11247120" cy="5486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3872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</a:defRPr>
            </a:pPr>
            <a:r>
              <a:t>Enemy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538727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怪物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8561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追踪AI、弹跳动画、刺刀武器、3种变体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33088"/>
            <a:ext cx="11247120" cy="5486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2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C8DC"/>
                </a:solidFill>
              </a:defRPr>
            </a:pPr>
            <a:r>
              <a:t>SkillBlast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605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技能爆炸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0740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范围扩散、渐变光环、持续0.6秒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54880"/>
            <a:ext cx="11247120" cy="5486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823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</a:defRPr>
            </a:pPr>
            <a:r>
              <a:t>HealItem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7823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回血道具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0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爱心/药瓶两种外观、浮动动画、拾取回血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76672"/>
            <a:ext cx="11247120" cy="5486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04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C32"/>
                </a:solidFill>
              </a:defRPr>
            </a:pPr>
            <a:r>
              <a:t>ShieldItem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404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护盾道具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650992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六边形盾牌、金色星星、无敌反弹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98464"/>
            <a:ext cx="11247120" cy="54864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0258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Particle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60258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粒子系统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72784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自由运动、衰减、透明度渐变、多彩颜色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</a:defRPr>
            </a:pPr>
            <a:r>
              <a:t>渲染管线: 小画布(480×360) → pygame.transform.scale(2x) → 屏幕(960×720)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游戏状态机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743200" cy="2743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926080" cy="2286000"/>
          </a:xfrm>
          <a:prstGeom prst="roundRect">
            <a:avLst/>
          </a:prstGeom>
          <a:solidFill>
            <a:srgbClr val="191E32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</a:defRPr>
            </a:pPr>
            <a:r>
              <a:t>开始界面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377440" cy="18288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普通教室背景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显示标题+操作说明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按Enter进入战斗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371600"/>
            <a:ext cx="2926080" cy="2286000"/>
          </a:xfrm>
          <a:prstGeom prst="roundRect">
            <a:avLst/>
          </a:prstGeom>
          <a:solidFill>
            <a:srgbClr val="191E32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战斗中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828800"/>
            <a:ext cx="2377440" cy="18288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9202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废弃教室背景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怪物生成+战斗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道具刷新+技能释放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371600"/>
            <a:ext cx="2926080" cy="2286000"/>
          </a:xfrm>
          <a:prstGeom prst="roundRect">
            <a:avLst/>
          </a:prstGeom>
          <a:solidFill>
            <a:srgbClr val="191E32"/>
          </a:solidFill>
          <a:ln w="25400">
            <a:solidFill>
              <a:srgbClr val="32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2C8DC"/>
                </a:solidFill>
              </a:defRPr>
            </a:pPr>
            <a:r>
              <a:t>通关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1828800"/>
            <a:ext cx="2377440" cy="18288"/>
          </a:xfrm>
          <a:prstGeom prst="roundRect">
            <a:avLst/>
          </a:prstGeom>
          <a:solidFill>
            <a:srgbClr val="32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9202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显示通关奖励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HP上限/子弹/射速/技能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按Enter进入下一层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4114800"/>
            <a:ext cx="2926080" cy="2286000"/>
          </a:xfrm>
          <a:prstGeom prst="roundRect">
            <a:avLst/>
          </a:prstGeom>
          <a:solidFill>
            <a:srgbClr val="191E32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死亡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4572000"/>
            <a:ext cx="2377440" cy="1828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46634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显示最终分数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到达的楼层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按Enter重新开始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4114800"/>
            <a:ext cx="2926080" cy="2286000"/>
          </a:xfrm>
          <a:prstGeom prst="roundRect">
            <a:avLst/>
          </a:prstGeom>
          <a:solidFill>
            <a:srgbClr val="191E3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暂停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4572000"/>
            <a:ext cx="2377440" cy="18288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46634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暂停所有逻辑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半透明遮罩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按P继续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按 Enter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击杀达标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HP ≤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按 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按 Enter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粒子与视觉特效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743200" cy="2743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192337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7E22"/>
                </a:solidFill>
              </a:defRPr>
            </a:pPr>
            <a:r>
              <a:t>粒子系统 (Particle)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通用粒子类, 用于所有视觉特效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参数: 位置、速度、生命值、颜色、大小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运动: 自由飞行 + 0.94倍速度衰减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渲染: 半透明圆形, 大小和透明度随生命值衰减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支持任意颜色 (RGB + Alpha)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486400" cy="2743200"/>
          </a:xfrm>
          <a:prstGeom prst="roundRect">
            <a:avLst/>
          </a:prstGeom>
          <a:solidFill>
            <a:srgbClr val="192337"/>
          </a:solidFill>
          <a:ln w="25400">
            <a:solidFill>
              <a:srgbClr val="32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2C8DC"/>
                </a:solidFill>
              </a:defRPr>
            </a:pPr>
            <a:r>
              <a:t>各类特效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射击: 3个黄色小粒子 (0.15秒)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命中: 6个金色火花 (0.3秒)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技能: 36个蓝色扩散粒子 (0.6秒)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击杀: 14个多色爆炸粒子 (0.6秒)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受伤: 3个红色粒子 (0.25秒)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回血拾取: 12个粉色飘字粒子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护盾拾取: 24个蓝色光环粒子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护盾激活: 蓝色反弹粒子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死亡: 30个红/橙/黄爆炸粒子 (1秒)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C32"/>
                </a:solidFill>
              </a:defRPr>
            </a:pPr>
            <a:r>
              <a:t>HUD 界面设计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底部绿色框架 (Scratch风格 flower_frame), 左右两朵小红花装饰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HP条: 红色渐变, 显示当前/最大HP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子弹数 + 分数 + 楼层进度 (x/y) + 技能等级与冷却状态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玩家名: ruirui (黄色)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护盾状态: 蓝金色脉动光环 + 8颗旋转星星 + 秒数倒计时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技能光环: 蓝色半透明渐变圆环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DC32"/>
                </a:solidFill>
              </a:defRPr>
            </a:pPr>
            <a:r>
              <a:t>感谢观看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377440"/>
            <a:ext cx="4876495" cy="2743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学校大战 - School Battle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474720"/>
            <a:ext cx="6705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A0A0A0"/>
                </a:solidFill>
              </a:defRPr>
            </a:pPr>
            <a:r>
              <a:t>从 Scratch 到 Python 的完整游戏还原</a:t>
            </a:r>
          </a:p>
          <a:p>
            <a:pPr>
              <a:spcAft>
                <a:spcPts val="800"/>
              </a:spcAft>
              <a:defRPr sz="1800">
                <a:solidFill>
                  <a:srgbClr val="A0A0A0"/>
                </a:solidFill>
              </a:defRPr>
            </a:pPr>
            <a:r>
              <a:t>精细像素角色: 玩家男孩 + 3种变体怪物</a:t>
            </a:r>
          </a:p>
          <a:p>
            <a:pPr>
              <a:spcAft>
                <a:spcPts val="800"/>
              </a:spcAft>
              <a:defRPr sz="1800">
                <a:solidFill>
                  <a:srgbClr val="A0A0A0"/>
                </a:solidFill>
              </a:defRPr>
            </a:pPr>
            <a:r>
              <a:t>双场景设计: 明亮教室 → 恐怖废弃教室</a:t>
            </a:r>
          </a:p>
          <a:p>
            <a:pPr>
              <a:spcAft>
                <a:spcPts val="800"/>
              </a:spcAft>
              <a:defRPr sz="1800">
                <a:solidFill>
                  <a:srgbClr val="A0A0A0"/>
                </a:solidFill>
              </a:defRPr>
            </a:pPr>
            <a:r>
              <a:t>楼层闯关系统, 难度逐层递增</a:t>
            </a:r>
          </a:p>
          <a:p>
            <a:pPr>
              <a:spcAft>
                <a:spcPts val="800"/>
              </a:spcAft>
              <a:defRPr sz="1800">
                <a:solidFill>
                  <a:srgbClr val="A0A0A0"/>
                </a:solidFill>
              </a:defRPr>
            </a:pPr>
            <a:r>
              <a:t>技能 + 道具 + 粒子特效, 完整的游戏体验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6464"/>
                </a:solidFill>
              </a:defRPr>
            </a:pPr>
            <a:r>
              <a:t>Python3 + Pygame  |  还原自 Scratch 项目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